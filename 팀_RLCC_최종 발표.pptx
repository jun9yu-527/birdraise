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Cafe24 Ssurround Bold" panose="020F0800000000000000" pitchFamily="50" charset="-127"/>
      <p:bold r:id="rId14"/>
    </p:embeddedFont>
    <p:embeddedFont>
      <p:font typeface="CookieRunOTF Bold" panose="020B0600000101010101" pitchFamily="34" charset="-127"/>
      <p:bold r:id="rId15"/>
    </p:embeddedFont>
    <p:embeddedFont>
      <p:font typeface="CookieRunOTF Regular" panose="020B0600000101010101" pitchFamily="34" charset="-127"/>
      <p:regular r:id="rId16"/>
    </p:embeddedFont>
    <p:embeddedFont>
      <p:font typeface="SB 어그로 Bold" panose="02020603020101020101" pitchFamily="18" charset="-127"/>
      <p:regular r:id="rId17"/>
    </p:embeddedFont>
    <p:embeddedFont>
      <p:font typeface="배달의민족 주아" panose="02020603020101020101" pitchFamily="18" charset="-127"/>
      <p:regular r:id="rId18"/>
    </p:embeddedFont>
    <p:embeddedFont>
      <p:font typeface="여기어때 잘난체 고딕 TTF" pitchFamily="2" charset="-127"/>
      <p:regular r:id="rId19"/>
    </p:embeddedFont>
    <p:embeddedFont>
      <p:font typeface="Arial Black" panose="020B0A04020102020204" pitchFamily="34" charset="0"/>
      <p:bold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B3C"/>
    <a:srgbClr val="3FBF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6689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0C41-4483-849C-3897-7587F4A31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75290-4F12-5061-39A2-AB21FE47E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59C3E-0C2C-6E0D-CB03-BCCC04FCF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83C43-80E3-55FB-794A-C8EE2A7CF3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522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0" y="411480"/>
            <a:ext cx="3108960" cy="429768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3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새 키우기</a:t>
            </a:r>
            <a:endParaRPr lang="en-US" sz="56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FBFA6"/>
                </a:solidFill>
                <a:latin typeface="CookieRunOTF Bold" panose="020B0600000101010101" pitchFamily="34" charset="-127"/>
                <a:ea typeface="CookieRunOTF Bold" panose="020B0600000101010101" pitchFamily="34" charset="-127"/>
                <a:cs typeface="Calibri" pitchFamily="34" charset="-120"/>
              </a:rPr>
              <a:t>BirdRaise  —  C++ 콘솔 육성 시뮬레이션</a:t>
            </a:r>
            <a:endParaRPr lang="en-US" sz="1500" dirty="0">
              <a:latin typeface="CookieRunOTF Bold" panose="020B0600000101010101" pitchFamily="34" charset="-127"/>
              <a:ea typeface="CookieRunOTF Bold" panose="020B0600000101010101" pitchFamily="34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팀명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RLCC
</a:t>
            </a: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팀원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유이레  ·  이준규  ·  최승민  ·  최연채</a:t>
            </a:r>
            <a:endParaRPr lang="en-US" sz="14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C++17  |  Visual Studio 2022  |  Windows Console  |  UTF-8  |  GitHub  |  YouTube Demo</a:t>
            </a:r>
            <a:endParaRPr lang="en-US" sz="10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AAA5C9-5464-2FFA-DF32-2A9248DD5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031" y="779107"/>
            <a:ext cx="3002338" cy="335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발표 목차</a:t>
            </a:r>
            <a:endParaRPr lang="en-US" sz="3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01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프로젝트 개요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6984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주제 배경 · 개발환경 · 벤치마킹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6984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클래스 아키텍처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5개 클래스 구조 · 만족도 공식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148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03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6984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게임 흐름 &amp; 핵심 기능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6984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성장 단계 · 아이템 · 반항 시스템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0060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04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5896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시스템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5896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11가지 분기 조건 전체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0060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05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5896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문제 해결 &amp; 변경사항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5896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중간→최종 달라진 점 중심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80060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5896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성과 &amp; 향후 계획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5896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구현 완료 · 개선 방향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DAB795F0-ED40-960C-BB01-F08A64B72195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4153CF6E-C7C9-BFD3-1542-2B4BC009D7B7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개요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720378"/>
            <a:ext cx="2651760" cy="56692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🎮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장르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&amp; 주제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0624" y="2343476"/>
            <a:ext cx="2542032" cy="175947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텍스트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기반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콘솔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육성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시뮬레이션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길에서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알을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줍는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스토리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시작하여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8주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동안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새를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알 →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성체로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성장</a:t>
            </a:r>
            <a:r>
              <a:rPr lang="ko-KR" alt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시키는게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목표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플레이어의 선택에 따른 멀티 엔딩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18688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18688" y="1720378"/>
            <a:ext cx="2651760" cy="56692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🛠️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개발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환경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8416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Visual Studio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C++17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표준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Windows Console                ( CMD/PowerShell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인코딩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                        ( /utf-8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옵션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적용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71616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720378"/>
            <a:ext cx="265176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📌  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벤치마킹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81344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다마고치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		          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휴대용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디지털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반려동물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육성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인생게임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          	         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일생을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달리기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형식으로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DA05CAEA-12F5-3D50-8F78-EAD45B12B4DD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12CAC18-7950-3175-BA25-8B15E8B51F60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 err="1">
                <a:latin typeface="SB 어그로 Bold" panose="02020603020101020101" pitchFamily="18" charset="-127"/>
                <a:ea typeface="SB 어그로 Bold" panose="02020603020101020101" pitchFamily="18" charset="-127"/>
              </a:rPr>
              <a:t>클래스</a:t>
            </a:r>
            <a:r>
              <a:rPr 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 </a:t>
            </a:r>
            <a:r>
              <a:rPr lang="ko-KR" alt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다이어그램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GameManager</a:t>
            </a:r>
            <a:endParaRPr lang="en-US" sz="15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0382" y="2135776"/>
            <a:ext cx="0" cy="287383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7" name="Shape 5"/>
          <p:cNvSpPr/>
          <p:nvPr/>
        </p:nvSpPr>
        <p:spPr>
          <a:xfrm>
            <a:off x="3399971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8" name="Shape 6"/>
          <p:cNvSpPr/>
          <p:nvPr/>
        </p:nvSpPr>
        <p:spPr>
          <a:xfrm>
            <a:off x="5483679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9" name="Shape 7"/>
          <p:cNvSpPr/>
          <p:nvPr/>
        </p:nvSpPr>
        <p:spPr>
          <a:xfrm>
            <a:off x="7838988" y="2135775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10" name="Shape 8"/>
          <p:cNvSpPr/>
          <p:nvPr/>
        </p:nvSpPr>
        <p:spPr>
          <a:xfrm>
            <a:off x="411480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GameEntity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4747" y="2798064"/>
            <a:ext cx="177600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새 객체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수치·성장·생존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43646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43646" y="2423160"/>
            <a:ext cx="1779268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3646" y="2423160"/>
            <a:ext cx="17728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GameEngine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0031" y="2798064"/>
            <a:ext cx="17728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시간 흐름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주차·행동·성장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21087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ActionManager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26421" y="2798064"/>
            <a:ext cx="17739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행동 정의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인벤토리·아이템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949985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49985" y="2423160"/>
            <a:ext cx="1779268" cy="34747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985" y="2423160"/>
            <a:ext cx="1782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UIRenderer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49985" y="2798064"/>
            <a:ext cx="17792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화면 출력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아트·게이지·엔딩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0040" y="3657600"/>
            <a:ext cx="8503920" cy="11887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11480" y="3832861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onsolas" pitchFamily="34" charset="-120"/>
              </a:rPr>
              <a:t>만족도  =  ( 포만감 + 청결도 + 훈련도 + (100 − 스트레스) )  ÷  4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11480" y="422452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분기의 핵심 지표  |  매 턴 실시간 갱신  |  0 ~ 100 범위 클램프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19A6AD1F-EC05-0FD9-FCDD-3C281C71BAED}"/>
              </a:ext>
            </a:extLst>
          </p:cNvPr>
          <p:cNvSpPr/>
          <p:nvPr/>
        </p:nvSpPr>
        <p:spPr>
          <a:xfrm flipV="1">
            <a:off x="1425810" y="2135774"/>
            <a:ext cx="6413178" cy="2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5AB06256-0306-EEF0-1675-6913BEC82285}"/>
              </a:ext>
            </a:extLst>
          </p:cNvPr>
          <p:cNvSpPr/>
          <p:nvPr/>
        </p:nvSpPr>
        <p:spPr>
          <a:xfrm>
            <a:off x="4348188" y="1828800"/>
            <a:ext cx="92745" cy="91435"/>
          </a:xfrm>
          <a:prstGeom prst="diamond">
            <a:avLst/>
          </a:prstGeom>
          <a:solidFill>
            <a:srgbClr val="3FBF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FBBE44D9-2FF9-77EB-1DDA-EAD703BC7519}"/>
              </a:ext>
            </a:extLst>
          </p:cNvPr>
          <p:cNvSpPr/>
          <p:nvPr/>
        </p:nvSpPr>
        <p:spPr>
          <a:xfrm>
            <a:off x="4392276" y="1839248"/>
            <a:ext cx="0" cy="296528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5CD2DA-52D3-C962-9136-1AFC5DF87612}"/>
              </a:ext>
            </a:extLst>
          </p:cNvPr>
          <p:cNvCxnSpPr>
            <a:stCxn id="14" idx="1"/>
            <a:endCxn id="10" idx="3"/>
          </p:cNvCxnSpPr>
          <p:nvPr/>
        </p:nvCxnSpPr>
        <p:spPr>
          <a:xfrm flipH="1">
            <a:off x="2190748" y="2948940"/>
            <a:ext cx="352898" cy="0"/>
          </a:xfrm>
          <a:prstGeom prst="straightConnector1">
            <a:avLst/>
          </a:prstGeom>
          <a:ln>
            <a:solidFill>
              <a:srgbClr val="3FBFA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A82FD32-17F5-C99E-2D3A-663A2B507D64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4322914" y="2948940"/>
            <a:ext cx="498173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3253CD-59F3-B0CA-EA0C-15F917B0F5CE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6600355" y="2948940"/>
            <a:ext cx="349630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1" name="Shape 0">
            <a:extLst>
              <a:ext uri="{FF2B5EF4-FFF2-40B4-BE49-F238E27FC236}">
                <a16:creationId xmlns:a16="http://schemas.microsoft.com/office/drawing/2014/main" id="{593A8B2D-95E0-1005-52C0-1DD98EF10091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ACA1CF90-5C4B-2CF9-31ED-62BBECD5523E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흐름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성장 단계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97280"/>
            <a:ext cx="1600200" cy="347472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1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🥚알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393192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품어주기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쓰다듬기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방치하기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0" indent="0">
              <a:buNone/>
            </a:pP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사망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판정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없음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84248" y="1097280"/>
            <a:ext cx="1600200" cy="34747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84248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2 ~ 3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984248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84248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🐣</a:t>
            </a:r>
            <a:r>
              <a:rPr lang="en-US" sz="1300" b="1" dirty="0" err="1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057400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이유식 먹이기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재우기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   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산책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제외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48456" y="1097280"/>
            <a:ext cx="1600200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8456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4 ~ 5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648456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48456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🐦</a:t>
            </a:r>
            <a:r>
              <a:rPr lang="en-US" sz="1300" b="1" dirty="0" err="1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721608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먹이 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시키기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312664" y="1097280"/>
            <a:ext cx="160020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12664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6 ~ 7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12664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12664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🦜</a:t>
            </a:r>
            <a:r>
              <a:rPr lang="en-US" sz="1300" b="1" dirty="0" err="1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85816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 행동 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선택지 추가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아이템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활용</a:t>
            </a:r>
            <a:r>
              <a:rPr lang="en-US" sz="1150" dirty="0">
                <a:latin typeface="여기어때 잘난체 고딕 TTF" pitchFamily="2" charset="-127"/>
                <a:ea typeface="여기어때 잘난체 고딕 TTF" pitchFamily="2" charset="-127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76872" y="1097280"/>
            <a:ext cx="160020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8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976872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76872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🦅</a:t>
            </a:r>
            <a:r>
              <a:rPr lang="en-US" sz="1300" b="1" dirty="0" err="1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성체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50024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행동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latin typeface="여기어때 잘난체 고딕 TTF" pitchFamily="2" charset="-127"/>
                <a:ea typeface="여기어때 잘난체 고딕 TTF" pitchFamily="2" charset="-127"/>
              </a:rPr>
              <a:t>엔딩 결정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20040" y="39776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11480" y="3995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⏱  주차별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패시브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(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매주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자동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적용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11480" y="4352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포만감 −10  /  청결도 −5  /  스트레스 +5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709160" y="39776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00600" y="3995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🎯  행동 시스템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800600" y="4352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주당 5회  →  메인 행동  →  서브 행동 (2단계 선택)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93D56C59-4617-C20F-D375-930E7D332789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32936892-FD4B-0B7D-2647-869FCCE06D0D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핵심 기능 구현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473708"/>
            <a:ext cx="3959352" cy="42976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🎒  아이템 &amp; 인벤토리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97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훈련 행동 시 40% 확률 아이템 획득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견과류 / 해바라기씨 / 고급 모이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보유 아이템만 먹이 선택지에 표시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548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73708"/>
            <a:ext cx="3959352" cy="429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😤  반항 이벤트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7731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50 이상 시 20% 확률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반항 시 스트레스 +10 페널티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유아기(2주차) 이상부터 적용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3393948"/>
            <a:ext cx="3959352" cy="42976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🩺  상태 체크 시스템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297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포만감 0 → 아사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청결도 0 → 병사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90+ → 도주 엔딩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548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393948"/>
            <a:ext cx="3959352" cy="42976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🎨  ASCII 아트 UI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731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성장 단계별 아트 자동 전환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행동별 전용 아트 출력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SlowPrint로 스토리 연출 효과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148E60AA-C2FD-C65F-86DC-C3D61DE6A652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0BE77FB6-20C0-1F5D-11DB-33E76D22B5E9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엔딩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시스템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11가지 분기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366624"/>
              </p:ext>
            </p:extLst>
          </p:nvPr>
        </p:nvGraphicFramePr>
        <p:xfrm>
          <a:off x="320040" y="1078992"/>
          <a:ext cx="8503920" cy="389534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구분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엔딩 이름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발동 조건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C0392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배드</a:t>
                      </a:r>
                      <a:endParaRPr lang="en-US" sz="1400" b="0" dirty="0">
                        <a:solidFill>
                          <a:srgbClr val="C0392B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 =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병사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 =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도주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스트레스 ≥ 90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8주 클리어, 만족도 ≤ 35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607D8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노말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 (방생)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36~50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612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27AE60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굿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예상치 못한 동거 / 방생 성공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51~75, 50% 랜덤 분기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앞으로도 잘 부탁해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≥ 76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7D3C98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히든</a:t>
                      </a:r>
                      <a:endParaRPr lang="en-US" sz="1400" b="0" dirty="0">
                        <a:solidFill>
                          <a:srgbClr val="7D3C98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화석이 되어버린 알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1주차 행동 5번 모두 방치하기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새이기를 포기한거야?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너 덕분에 내가 인생 폈다!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훈련도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조류 잡지 모델이 되었다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 100 + 만족도 ≥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C5A60ABA-243C-3D55-C629-9094A783ACB8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BCB7099-A70D-E7BB-F832-CEB3D72499CC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문제 해결 &amp;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중간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→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최종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변경사항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51710" y="1091184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51710" y="1091184"/>
            <a:ext cx="2017776" cy="3291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1710" y="1091184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01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43150" y="1438656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컴파일 오류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팀원별 Windows 코드페이지 차이로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문자열 컴파일 불가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74514" y="1088931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86707" y="1436403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/utf-8 옵션 적용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#include &lt;windows.h&gt; 추가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451710" y="2078736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451710" y="2078736"/>
            <a:ext cx="2017776" cy="329184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51710" y="2078736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02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43150" y="2426208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런타임 한글 깨짐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터미널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출력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인코딩과</a:t>
            </a:r>
            <a:r>
              <a:rPr lang="en-US" sz="1050" dirty="0">
                <a:latin typeface="배달의민족 주아" panose="02020603020101020101" pitchFamily="18" charset="-127"/>
                <a:ea typeface="배달의민족 주아" panose="02020603020101020101" pitchFamily="18" charset="-127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소스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불일치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674514" y="2076483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86707" y="2423955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system("chcp 65001") 호출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SetConsoleOutputCP(65001) 설정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451710" y="3066288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451710" y="3066288"/>
            <a:ext cx="2017776" cy="329184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51710" y="3066288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03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43150" y="3413760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 횟수 7회 버그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daily_count / week_count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두 변수 혼용으로 오류 발생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74514" y="3064035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686707" y="3411507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week_count 단일 변수로 통합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행동 횟수 5회 정상화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1451710" y="4053840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451710" y="4053840"/>
            <a:ext cx="2017776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51710" y="4053840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04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543150" y="4401312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밸런스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조정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히든엔딩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조건 만족도 100+수치 100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실제 플레이에서 달성 불가능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74514" y="4051587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686707" y="4399059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 100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85로 완화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배드엔딩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25 -&gt; 35로 상향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3D949922-7383-FBDA-4A93-59B56BB1A456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6752020D-2946-6AC9-A33B-BC6CDE6B5F08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3" name="화살표: 갈매기형 수장 52">
            <a:extLst>
              <a:ext uri="{FF2B5EF4-FFF2-40B4-BE49-F238E27FC236}">
                <a16:creationId xmlns:a16="http://schemas.microsoft.com/office/drawing/2014/main" id="{DABA209F-0B7E-984F-8CD7-5CD6D4BDB95A}"/>
              </a:ext>
            </a:extLst>
          </p:cNvPr>
          <p:cNvSpPr/>
          <p:nvPr/>
        </p:nvSpPr>
        <p:spPr>
          <a:xfrm>
            <a:off x="4354665" y="1328199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4" name="화살표: 갈매기형 수장 53">
            <a:extLst>
              <a:ext uri="{FF2B5EF4-FFF2-40B4-BE49-F238E27FC236}">
                <a16:creationId xmlns:a16="http://schemas.microsoft.com/office/drawing/2014/main" id="{1002D747-3521-A0E8-B6B0-CCCC42CAD838}"/>
              </a:ext>
            </a:extLst>
          </p:cNvPr>
          <p:cNvSpPr/>
          <p:nvPr/>
        </p:nvSpPr>
        <p:spPr>
          <a:xfrm>
            <a:off x="4354666" y="231396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5" name="화살표: 갈매기형 수장 54">
            <a:extLst>
              <a:ext uri="{FF2B5EF4-FFF2-40B4-BE49-F238E27FC236}">
                <a16:creationId xmlns:a16="http://schemas.microsoft.com/office/drawing/2014/main" id="{1864ED9E-E823-1DAC-F84D-4B040288A7CC}"/>
              </a:ext>
            </a:extLst>
          </p:cNvPr>
          <p:cNvSpPr/>
          <p:nvPr/>
        </p:nvSpPr>
        <p:spPr>
          <a:xfrm>
            <a:off x="4354666" y="3226308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6" name="화살표: 갈매기형 수장 55">
            <a:extLst>
              <a:ext uri="{FF2B5EF4-FFF2-40B4-BE49-F238E27FC236}">
                <a16:creationId xmlns:a16="http://schemas.microsoft.com/office/drawing/2014/main" id="{41534EFE-A35B-5DFE-BB4F-44DBB288FF95}"/>
              </a:ext>
            </a:extLst>
          </p:cNvPr>
          <p:cNvSpPr/>
          <p:nvPr/>
        </p:nvSpPr>
        <p:spPr>
          <a:xfrm>
            <a:off x="4354665" y="418848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137916" y="2151127"/>
            <a:ext cx="2868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</a:t>
            </a:r>
            <a:r>
              <a:rPr lang="en-US" sz="54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시연</a:t>
            </a:r>
            <a:endParaRPr lang="en-US" sz="54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748409" y="3175254"/>
            <a:ext cx="6046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YouTube:  </a:t>
            </a:r>
            <a:r>
              <a:rPr lang="en-US" sz="16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https://www.youtube.com/watch?v=R_kRyPf1t8g</a:t>
            </a:r>
            <a:endParaRPr lang="en-US" sz="16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08E68725-62BB-F63F-92C2-67CFC6617E41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성과  &amp;  향후 계획</a:t>
            </a:r>
            <a:endParaRPr lang="en-US" sz="30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🏗️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객체지향 설계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548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5개 클래스 역할 명확 분리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캡슐화·포인터 관리 실습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🎮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0604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게임 로직 완성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2432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8주 흐름·성장·엔딩 분기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핵심 기획 100% 구현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한글 I/O 해결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7316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UTF-8 인코딩 설정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Windows 콘솔 안정 동작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11가지 엔딩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2200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아이템·반항 시스템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전용 아스키 아트 완성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035808"/>
            <a:ext cx="838504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35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향후</a:t>
            </a: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개선 방향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202180" y="3685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💾  저장 / 불러오기 (파일 I/O)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202180" y="4069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🖥️  GUI 라이브러리 도입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202180" y="4453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🎯  난이도 선택 기능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0600" y="38755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🔓  엔딩 조건 및 종류 확장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800600" y="42595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🎨  행동별 아스키 아트 다양화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9377-28FB-AE28-F63F-A65EAD045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FB2AD8-26A2-C502-5717-7FB825EB828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1650FB3-1868-9479-79C7-E9BBCC742C5E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50916A-32B4-D175-BB61-74965C81ACFC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CD266DA-64BF-43FA-36E2-DDDE8D84FB7D}"/>
              </a:ext>
            </a:extLst>
          </p:cNvPr>
          <p:cNvSpPr/>
          <p:nvPr/>
        </p:nvSpPr>
        <p:spPr>
          <a:xfrm>
            <a:off x="2185606" y="2114550"/>
            <a:ext cx="50653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kern="0" spc="300" dirty="0" err="1">
                <a:solidFill>
                  <a:schemeClr val="bg1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감사합니다</a:t>
            </a:r>
            <a:r>
              <a:rPr lang="en-US" altLang="ko-KR" sz="5400" b="1" kern="0" spc="300" dirty="0">
                <a:solidFill>
                  <a:schemeClr val="bg1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Arial Black" pitchFamily="34" charset="-120"/>
              </a:rPr>
              <a:t> 🐦</a:t>
            </a:r>
            <a:endParaRPr lang="en-US" altLang="ko-KR" sz="5400" dirty="0">
              <a:solidFill>
                <a:schemeClr val="bg1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FAE79F37-D892-0C58-173E-DF50441E6B34}"/>
              </a:ext>
            </a:extLst>
          </p:cNvPr>
          <p:cNvSpPr/>
          <p:nvPr/>
        </p:nvSpPr>
        <p:spPr>
          <a:xfrm>
            <a:off x="4056554" y="3321558"/>
            <a:ext cx="13234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607D8B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Q &amp; A</a:t>
            </a:r>
            <a:endParaRPr lang="en-US" sz="32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265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787</Words>
  <Application>Microsoft Office PowerPoint</Application>
  <PresentationFormat>화면 슬라이드 쇼(16:9)</PresentationFormat>
  <Paragraphs>206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CookieRunOTF Regular</vt:lpstr>
      <vt:lpstr>CookieRunOTF Bold</vt:lpstr>
      <vt:lpstr>배달의민족 주아</vt:lpstr>
      <vt:lpstr>Arial Black</vt:lpstr>
      <vt:lpstr>여기어때 잘난체 고딕 TTF</vt:lpstr>
      <vt:lpstr>Cafe24 Ssurround Bold</vt:lpstr>
      <vt:lpstr>Arial</vt:lpstr>
      <vt:lpstr>SB 어그로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새 키우기 최종 발표</dc:title>
  <dc:subject>PptxGenJS Presentation</dc:subject>
  <dc:creator>PptxGenJS</dc:creator>
  <cp:lastModifiedBy>리닛 프</cp:lastModifiedBy>
  <cp:revision>4</cp:revision>
  <dcterms:created xsi:type="dcterms:W3CDTF">2026-06-07T15:54:55Z</dcterms:created>
  <dcterms:modified xsi:type="dcterms:W3CDTF">2026-06-07T17:03:54Z</dcterms:modified>
</cp:coreProperties>
</file>